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PharmaCast: MVP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C107"/>
                </a:solidFill>
                <a:latin typeface="Calibri"/>
              </a:defRPr>
            </a:pPr>
            <a:r>
              <a:t>Intelligent Pharmacy Inventory Management</a:t>
            </a:r>
            <a:br/>
            <a:r>
              <a:t>Time-Series Forecasting • Asymmetric Cost Optimization • Live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00400"/>
            <a:ext cx="484632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Group X  |  Umais Siddiqui  •  David Greer  •  Inna Yedzinovich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 622 — Capstone MVP Presentation  |  Spring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120640"/>
            <a:ext cx="2286000" cy="64008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8 Drugs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5120640"/>
            <a:ext cx="228600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30-Day Forecast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5120640"/>
            <a:ext cx="2286000" cy="64008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α = 10 Asymmetric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59" y="5120640"/>
            <a:ext cx="228600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000000"/>
                </a:solidFill>
                <a:latin typeface="Calibri"/>
              </a:defRPr>
            </a:pPr>
            <a:r>
              <a:t>Live on Cloud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 We Solved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9144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⚠  Stockouts = Patient Harm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Patient cannot fill prescription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Emergency reorder at premium cost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Patient churn to competitor pharmacy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Regulatory / liability exposure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029200" cy="9144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800" b="1">
                <a:solidFill>
                  <a:srgbClr val="000000"/>
                </a:solidFill>
                <a:latin typeface="Calibri"/>
              </a:defRPr>
            </a:pPr>
            <a:r>
              <a:t>💸  Wastage = Financial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77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Medications expire on shelf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Capital tied up in unsold inventory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Holding costs: storage, insurance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Costs pharmacies $thousands/year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754880"/>
            <a:ext cx="8503920" cy="109728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Our Solution: Prophet forecasting + Asymmetric cost functions</a:t>
            </a:r>
            <a:br/>
            <a:r>
              <a:t>that penalize stockouts 10× more than wastage,</a:t>
            </a:r>
            <a:br/>
            <a:r>
              <a:t>deployed as a live Streamlit dashboard on Google Cloud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We Built: End-to-End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286000" cy="1280160"/>
          </a:xfrm>
          <a:prstGeom prst="roundRect">
            <a:avLst/>
          </a:prstGeom>
          <a:solidFill>
            <a:srgbClr val="FF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000000"/>
                </a:solidFill>
                <a:latin typeface="Calibri"/>
              </a:defRPr>
            </a:pPr>
            <a:r>
              <a:t>Synthetic</a:t>
            </a:r>
            <a:br/>
            <a:r>
              <a:t>Data Engine</a:t>
            </a:r>
            <a:br/>
            <a:r>
              <a:t>(788 days, 8 drugs)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188720"/>
            <a:ext cx="2286000" cy="1280160"/>
          </a:xfrm>
          <a:prstGeom prst="round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000000"/>
                </a:solidFill>
                <a:latin typeface="Calibri"/>
              </a:defRPr>
            </a:pPr>
            <a:r>
              <a:t>Data Prep</a:t>
            </a:r>
            <a:br/>
            <a:r>
              <a:t>&amp; EDA</a:t>
            </a:r>
            <a:br/>
            <a:r>
              <a:t>(Validation, Cleaning)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188720"/>
            <a:ext cx="2286000" cy="12801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Facebook</a:t>
            </a:r>
            <a:br/>
            <a:r>
              <a:t>Prophet</a:t>
            </a:r>
            <a:br/>
            <a:r>
              <a:t>(Per-drug tuning)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188720"/>
            <a:ext cx="2286000" cy="128016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Decision</a:t>
            </a:r>
            <a:br/>
            <a:r>
              <a:t>Engine</a:t>
            </a:r>
            <a:br/>
            <a:r>
              <a:t>(Q* Optimization)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691640"/>
            <a:ext cx="182879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5349240" y="1691640"/>
            <a:ext cx="182879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909560" y="1691640"/>
            <a:ext cx="18288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2286000" cy="1280160"/>
          </a:xfrm>
          <a:prstGeom prst="round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Streamlit</a:t>
            </a:r>
            <a:br/>
            <a:r>
              <a:t>Dashboard</a:t>
            </a:r>
            <a:br/>
            <a:r>
              <a:t>(7 pages)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017520"/>
            <a:ext cx="2286000" cy="12801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Google OAuth</a:t>
            </a:r>
            <a:br/>
            <a:r>
              <a:t>+ Admin Panel</a:t>
            </a:r>
            <a:br/>
            <a:r>
              <a:t>(User Mgmt)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017520"/>
            <a:ext cx="2286000" cy="128016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  <a:br/>
            <a:r>
              <a:t>Container</a:t>
            </a:r>
            <a:br/>
            <a:r>
              <a:t>(python:3.12-slim)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017520"/>
            <a:ext cx="2286000" cy="128016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000000"/>
                </a:solidFill>
                <a:latin typeface="Calibri"/>
              </a:defRPr>
            </a:pPr>
            <a:r>
              <a:t>Google</a:t>
            </a:r>
            <a:br/>
            <a:r>
              <a:t>Cloud Run</a:t>
            </a:r>
            <a:br/>
            <a:r>
              <a:t>(CI/CD via GitHub)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63040" y="2514600"/>
            <a:ext cx="274320" cy="457200"/>
          </a:xfrm>
          <a:prstGeom prst="downArrow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2788920" y="3520440"/>
            <a:ext cx="182879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5349240" y="3520440"/>
            <a:ext cx="182879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7909560" y="3520440"/>
            <a:ext cx="18288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Tech Stack:  Python 3.12  •  Prophet  •  Streamlit  •  Plotly  •  Docker  •  Cloud Run  •  GCS  •  GitHub Actions CI/CD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94960"/>
            <a:ext cx="3200400" cy="82296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11 Python modules</a:t>
            </a:r>
            <a:br/>
            <a:r>
              <a:t>~3,500 lines of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5394960"/>
            <a:ext cx="3200400" cy="82296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Automated pipeline</a:t>
            </a:r>
            <a:br/>
            <a:r>
              <a:t>Data → Train → Evaluate → Deploy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5394960"/>
            <a:ext cx="3200400" cy="82296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Zero-downtime deploys</a:t>
            </a:r>
            <a:br/>
            <a:r>
              <a:t>Push to main → live in ~5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Cost Functions &amp; Optimal Order Quantity Q*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000000"/>
                </a:solidFill>
                <a:latin typeface="Calibri"/>
              </a:defRPr>
            </a:pPr>
            <a:r>
              <a:t>Wastage Cost Cᵂ  (Proposal §6.2)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Cᵂ(t) = max(Fₜ – Aₜ, 0) × (c_unit × p_exp + c_hold)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p_exp = 5% (short shelf) / 2% (long shelf)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c_hold = $0.03/unit/day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Only incurred when forecast &gt; actual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Stockout Cost Cˢ  (Proposal §6.3)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Cˢ(t) = max(Aₜ – Fₜ, 0) × (α·c_unit + c_emerg + c_churn)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α = 10 (asymmetric penalty multiplier)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c_emerg = $1.50/unit, c_churn = $5.00/unit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 Only incurred when actual &gt; forecast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97280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Cost-Optimal Order Quantity Q*  (Newsvendor Model, Proposal §7.2)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Critical Ratio = Cˢ / (Cˢ + Cᵂ)     →     Q* = F⁻¹(CR, μ=forecast_mean, σ=std_est)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C107"/>
                </a:solidFill>
                <a:latin typeface="Calibri"/>
              </a:defRPr>
            </a:pPr>
            <a:r>
              <a:t>Because α=10, the critical ratio pushes Q* to the 80th-90th percentile of the demand distribution.</a:t>
            </a:r>
            <a:br/>
            <a:r>
              <a:t>This means we order MORE than average demand — prioritizing patient safety over minimizing holding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Production-Ready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109728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Google OAuth</a:t>
            </a:r>
            <a:br/>
            <a:r>
              <a:t>Sign-In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Secure login with Google</a:t>
            </a:r>
            <a:br/>
            <a:r>
              <a:t>account authorization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188720"/>
            <a:ext cx="2286000" cy="10972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Admin Panel</a:t>
            </a:r>
            <a:br/>
            <a:r>
              <a:t>User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68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Grant access, generate</a:t>
            </a:r>
            <a:br/>
            <a:r>
              <a:t>invite codes, manage 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188720"/>
            <a:ext cx="2286000" cy="10972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Email/Password</a:t>
            </a:r>
            <a:br/>
            <a:r>
              <a:t>Login + Invite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Alternative auth for users</a:t>
            </a:r>
            <a:br/>
            <a:r>
              <a:t>without Google accounts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188720"/>
            <a:ext cx="2286000" cy="10972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400" b="1">
                <a:solidFill>
                  <a:srgbClr val="000000"/>
                </a:solidFill>
                <a:latin typeface="Calibri"/>
              </a:defRPr>
            </a:pPr>
            <a:r>
              <a:t>GCS Persistence</a:t>
            </a:r>
            <a:br/>
            <a:r>
              <a:t>Cloud Storage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468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Data survives container</a:t>
            </a:r>
            <a:br/>
            <a:r>
              <a:t>restarts on Cloud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Calibri"/>
              </a:defRPr>
            </a:pPr>
            <a:r>
              <a:t>Deployment &amp;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GitHub Actions: push to main → auto-build Docker image → deploy to Cloud Run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Docker container: Python 3.12, pre-trained models baked into image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Cloud Run: auto-scaling, 2Gi RAM, 2 vCPU, health checks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GCS bucket syncs data/models/outputs for persistence across restarts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Upload page: pharmacists can upload their own CSV data and retrain models live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103120"/>
            <a:ext cx="393192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107"/>
                </a:solidFill>
                <a:latin typeface="Calibri"/>
              </a:defRPr>
            </a:pPr>
            <a:r>
              <a:t>https://pharmacast-ze33vyyu7q-uc.a.run.app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Demo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02336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1.  Google Sign-In → Authentication flow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2.  Dashboard → KPIs, reorder recommendations, service level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3.  Forecasts → 30-day Prophet predictions with confidence intervals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4.  Reorder Alerts → Stock depletion simulation per drug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5.  Cost Analysis → TCO breakdown, wastage vs understocking scatter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6.  Admin Panel → User management, invite codes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377440"/>
            <a:ext cx="3931920" cy="381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107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Group X  |  Umais Siddiqui  •  David Greer  •  Inna Yedzinovich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 622 — Capstone MVP  |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12064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8A745"/>
                </a:solidFill>
                <a:latin typeface="Calibri"/>
              </a:defRPr>
            </a:pPr>
            <a:r>
              <a:t>✓  Prophet forecasting with per-drug hyperparameter tuning</a:t>
            </a:r>
          </a:p>
          <a:p>
            <a:pPr>
              <a:spcAft>
                <a:spcPts val="500"/>
              </a:spcAft>
              <a:defRPr sz="1400">
                <a:solidFill>
                  <a:srgbClr val="28A745"/>
                </a:solidFill>
                <a:latin typeface="Calibri"/>
              </a:defRPr>
            </a:pPr>
            <a:r>
              <a:t>✓  Asymmetric cost functions (α=10) prioritize patient safety</a:t>
            </a:r>
          </a:p>
          <a:p>
            <a:pPr>
              <a:spcAft>
                <a:spcPts val="500"/>
              </a:spcAft>
              <a:defRPr sz="1400">
                <a:solidFill>
                  <a:srgbClr val="28A745"/>
                </a:solidFill>
                <a:latin typeface="Calibri"/>
              </a:defRPr>
            </a:pPr>
            <a:r>
              <a:t>✓  Full production deployment: Docker + Cloud Run + CI/CD + OAuth</a:t>
            </a:r>
          </a:p>
          <a:p>
            <a:pPr>
              <a:spcAft>
                <a:spcPts val="500"/>
              </a:spcAft>
              <a:defRPr sz="1400">
                <a:solidFill>
                  <a:srgbClr val="28A745"/>
                </a:solidFill>
                <a:latin typeface="Calibri"/>
              </a:defRPr>
            </a:pPr>
            <a:r>
              <a:t>✓  Dashboard URL: https://pharmacast-ze33vyyu7q-uc.a.run.app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799</Words>
  <Application>Microsoft Office PowerPoint</Application>
  <PresentationFormat>Widescreen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 office</cp:lastModifiedBy>
  <cp:revision>2</cp:revision>
  <dcterms:created xsi:type="dcterms:W3CDTF">2013-01-27T09:14:16Z</dcterms:created>
  <dcterms:modified xsi:type="dcterms:W3CDTF">2026-03-16T01:38:01Z</dcterms:modified>
  <cp:category/>
</cp:coreProperties>
</file>